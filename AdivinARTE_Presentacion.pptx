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7B7"/>
    <a:srgbClr val="7CB516"/>
    <a:srgbClr val="608D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52"/>
    <p:restoredTop sz="94610"/>
  </p:normalViewPr>
  <p:slideViewPr>
    <p:cSldViewPr snapToGrid="0" snapToObjects="1">
      <p:cViewPr>
        <p:scale>
          <a:sx n="170" d="100"/>
          <a:sy n="170" d="100"/>
        </p:scale>
        <p:origin x="2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4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B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914400"/>
            <a:ext cx="52840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400" i="1" dirty="0" err="1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Adivin</a:t>
            </a:r>
            <a:r>
              <a:rPr lang="en-US" sz="64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ARTE</a:t>
            </a:r>
            <a:endParaRPr lang="en-US" sz="6400" i="1" dirty="0">
              <a:solidFill>
                <a:srgbClr val="0077B7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2200" i="1" dirty="0" err="1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Cuánto</a:t>
            </a:r>
            <a:r>
              <a:rPr lang="en-US" sz="2200" i="1" dirty="0">
                <a:solidFill>
                  <a:srgbClr val="FFFFFF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sabes de pintura?</a:t>
            </a:r>
            <a:endParaRPr lang="en-US" sz="2200" i="1" dirty="0">
              <a:latin typeface="Century Schoolbook" panose="020406040505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99" y="2752944"/>
            <a:ext cx="36576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ea typeface="Calibri" pitchFamily="34" charset="-122"/>
                <a:cs typeface="Calibri" pitchFamily="34" charset="-120"/>
              </a:rPr>
              <a:t>Bootcamp Full Stack Developer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b="1" dirty="0">
                <a:ea typeface="Calibri" pitchFamily="34" charset="-122"/>
                <a:cs typeface="Calibri" pitchFamily="34" charset="-120"/>
              </a:rPr>
              <a:t>Abril 2026 — Vitoria-Gasteiz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</a:t>
            </a:r>
            <a:r>
              <a:rPr lang="en-US" sz="16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PMendiola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6845" y="189764"/>
            <a:ext cx="2270191" cy="4656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¿</a:t>
            </a:r>
            <a:r>
              <a:rPr lang="en-US" sz="2400" i="1" dirty="0" err="1"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2400" i="1" dirty="0"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 es </a:t>
            </a:r>
            <a:r>
              <a:rPr lang="en-US" sz="3200" i="1" dirty="0" err="1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Adivin</a:t>
            </a:r>
            <a:r>
              <a:rPr lang="en-US" sz="3200" b="1" dirty="0" err="1">
                <a:solidFill>
                  <a:srgbClr val="7CB516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ARTE</a:t>
            </a:r>
            <a:r>
              <a:rPr lang="en-US" sz="2400" i="1" dirty="0"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i="1" dirty="0">
              <a:latin typeface="Century Schoolbook" panose="02040604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web de historia del arte basado en obras del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Museum of Art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 access, sin API key)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van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presentando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aleatoriamente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adivinar su título o su autor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4 opciones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 por partida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puntuación acumulada en tiempo real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final con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jugador según su resultado</a:t>
            </a:r>
            <a:endParaRPr lang="en-US" sz="14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paginado de obras con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</a:t>
            </a: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</a:t>
            </a:r>
            <a:endParaRPr lang="en-US" sz="14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04887" y="245390"/>
            <a:ext cx="2397099" cy="46024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i="1" dirty="0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¿</a:t>
            </a:r>
            <a:r>
              <a:rPr lang="en-US" sz="3200" i="1" dirty="0" err="1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Cómo</a:t>
            </a:r>
            <a:r>
              <a:rPr lang="en-US" sz="3200" i="1" dirty="0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 se </a:t>
            </a:r>
            <a:r>
              <a:rPr lang="en-US" sz="3200" i="1" dirty="0" err="1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juega</a:t>
            </a:r>
            <a:r>
              <a:rPr lang="en-US" sz="3200" i="1" dirty="0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>
              <a:solidFill>
                <a:srgbClr val="0077B7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04898"/>
            <a:ext cx="402336" cy="402336"/>
          </a:xfrm>
          <a:prstGeom prst="ellipse">
            <a:avLst/>
          </a:prstGeom>
          <a:solidFill>
            <a:srgbClr val="0077B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318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4147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una obra aleatoria con una pregunta: ¿título o autor?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36418"/>
            <a:ext cx="402336" cy="402336"/>
          </a:xfrm>
          <a:prstGeom prst="ellipse">
            <a:avLst/>
          </a:prstGeom>
          <a:solidFill>
            <a:srgbClr val="0077B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47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7299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elige una de las 4 opciones de respuesta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67938"/>
            <a:ext cx="402336" cy="402336"/>
          </a:xfrm>
          <a:prstGeom prst="ellipse">
            <a:avLst/>
          </a:prstGeom>
          <a:solidFill>
            <a:srgbClr val="0077B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622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0451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 inmediato: verde correcto, rojo incorrecto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99458"/>
            <a:ext cx="402336" cy="402336"/>
          </a:xfrm>
          <a:prstGeom prst="ellipse">
            <a:avLst/>
          </a:prstGeom>
          <a:solidFill>
            <a:srgbClr val="0077B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17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53603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10 preguntas: resultado y perfil del jugador</a:t>
            </a:r>
            <a:endParaRPr lang="en-US" sz="14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EBE822E-EE23-CAEB-1239-23138A001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66" y="174635"/>
            <a:ext cx="2065713" cy="486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CB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Stack técnico</a:t>
            </a:r>
            <a:endParaRPr lang="en-US" sz="3200" dirty="0"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608D0F">
              <a:alpha val="75000"/>
            </a:srgbClr>
          </a:solidFill>
          <a:ln/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608D0F"/>
          </a:solidFill>
          <a:ln/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SCSS / Mobile First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608D0F"/>
          </a:solidFill>
          <a:ln/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68836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608D0F"/>
          </a:solidFill>
          <a:ln/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68836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51716" y="3443241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Cleveland Museum of Art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49196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608D0F"/>
          </a:solidFill>
          <a:ln/>
          <a:effectLst>
            <a:outerShdw blurRad="762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9196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CARRUSEL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9196" y="3383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Embla Carousel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7B7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Arquitectura React</a:t>
            </a:r>
            <a:endParaRPr lang="en-US" sz="3200" dirty="0">
              <a:solidFill>
                <a:srgbClr val="0077B7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useFetch — peticiones genéricas a la API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609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useGame — toda la lógica del juego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140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HomePage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6883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GamePage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CataloguePage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236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DetalleCardPage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compartido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416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App.jsx hace la petición única a la 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Pasa arrCuadro como prop a todas las páginas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3350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Juego, Resultado, PresentacionJuego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16093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Card, DetalleCard, EmblaCarousel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18836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NavBar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aplicados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883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Props para flujo de datos padre→hijo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9626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Separación lógica / presentación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3236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Early return para estados de carga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83480" y="35112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useLocation para paso de estado entre rutas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0" cy="40233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B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chemeClr val="bg1"/>
                </a:solidFill>
                <a:latin typeface="Century Schoolbook" panose="02040604050505020304" pitchFamily="18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2352706"/>
            <a:ext cx="3657600" cy="0"/>
          </a:xfrm>
          <a:prstGeom prst="line">
            <a:avLst/>
          </a:prstGeom>
          <a:noFill/>
          <a:ln w="25400">
            <a:solidFill>
              <a:srgbClr val="007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AdivinARTE — Bootcamp Full Stack Developer, abril 2026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adivinarte.onrender.com  ·  github.com/carlospmendiola/adivinarte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292</Words>
  <Application>Microsoft Macintosh PowerPoint</Application>
  <PresentationFormat>Presentación en pantalla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Schoolbook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AdivinARTE — Presentación</dc:title>
  <dc:subject>PptxGenJS Presentation</dc:subject>
  <dc:creator>PptxGenJS</dc:creator>
  <cp:lastModifiedBy>Carlos</cp:lastModifiedBy>
  <cp:revision>5</cp:revision>
  <dcterms:created xsi:type="dcterms:W3CDTF">2026-06-28T19:10:02Z</dcterms:created>
  <dcterms:modified xsi:type="dcterms:W3CDTF">2026-06-28T19:41:50Z</dcterms:modified>
</cp:coreProperties>
</file>